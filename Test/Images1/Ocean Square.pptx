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94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uart Hely" userId="30d7d18caefd815a" providerId="LiveId" clId="{1B2A0589-95DB-498D-A2C5-1FA51957B5D6}"/>
    <pc:docChg chg="custSel modSld">
      <pc:chgData name="Stuart Hely" userId="30d7d18caefd815a" providerId="LiveId" clId="{1B2A0589-95DB-498D-A2C5-1FA51957B5D6}" dt="2026-03-15T02:40:00.567" v="6" actId="1076"/>
      <pc:docMkLst>
        <pc:docMk/>
      </pc:docMkLst>
      <pc:sldChg chg="addSp delSp modSp mod">
        <pc:chgData name="Stuart Hely" userId="30d7d18caefd815a" providerId="LiveId" clId="{1B2A0589-95DB-498D-A2C5-1FA51957B5D6}" dt="2026-03-15T02:40:00.567" v="6" actId="1076"/>
        <pc:sldMkLst>
          <pc:docMk/>
          <pc:sldMk cId="1850142566" sldId="256"/>
        </pc:sldMkLst>
        <pc:spChg chg="del mod">
          <ac:chgData name="Stuart Hely" userId="30d7d18caefd815a" providerId="LiveId" clId="{1B2A0589-95DB-498D-A2C5-1FA51957B5D6}" dt="2026-03-15T02:39:55.867" v="3" actId="478"/>
          <ac:spMkLst>
            <pc:docMk/>
            <pc:sldMk cId="1850142566" sldId="256"/>
            <ac:spMk id="6" creationId="{5AE61077-1BE0-1463-6135-305865610115}"/>
          </ac:spMkLst>
        </pc:spChg>
        <pc:picChg chg="add mod">
          <ac:chgData name="Stuart Hely" userId="30d7d18caefd815a" providerId="LiveId" clId="{1B2A0589-95DB-498D-A2C5-1FA51957B5D6}" dt="2026-03-15T02:40:00.567" v="6" actId="1076"/>
          <ac:picMkLst>
            <pc:docMk/>
            <pc:sldMk cId="1850142566" sldId="256"/>
            <ac:picMk id="3" creationId="{B6BEB4E3-D6F0-2D90-973B-AED7F6342F29}"/>
          </ac:picMkLst>
        </pc:picChg>
        <pc:picChg chg="del">
          <ac:chgData name="Stuart Hely" userId="30d7d18caefd815a" providerId="LiveId" clId="{1B2A0589-95DB-498D-A2C5-1FA51957B5D6}" dt="2026-03-15T02:39:54.680" v="2" actId="478"/>
          <ac:picMkLst>
            <pc:docMk/>
            <pc:sldMk cId="1850142566" sldId="256"/>
            <ac:picMk id="5" creationId="{D7A21E85-313D-D835-DAA7-A77419D542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C6ED5-B681-214E-69AE-46C2FF6A5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B646C3-B067-30FB-140A-83F989836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0281-BFF3-8A37-9528-D58D0E1F1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BA416-CD62-2F59-9712-C0E3D056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75523-EE21-98A6-40D2-5A04E320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47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DFCB-A16E-86EE-CE47-58A32F4B4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BEF8B-1B84-562B-90F3-3D07BB33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4D344-B25A-BF42-3E39-C11EB35DD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B300A-9CB4-1E07-1198-35CD05E7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D130-5318-4112-067C-9D6F84CF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2818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22B6-9E2D-E6C2-AAC3-12F43BDC7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D3534-5BD3-18D4-C85D-65A7C73BB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F8237-E95F-8518-769A-3B70CB766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91E9C-4609-8C50-3F1E-26D56DDEB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5DDBC-2940-FB91-6645-53FB9B42C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78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0131D-5682-1F3B-7D19-62194C45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554A2-774B-506E-15AA-206091A836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80A57-1F32-8ED1-7D34-0EAF35D48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DC5A6-AA6E-7FAF-BA49-BBC5B2FED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76247-8C80-17EE-5F10-6EBEA16E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E0D3A-C62B-DBA4-F38B-A378F609D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15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3732-8D7D-9E08-EDB9-7B4A98797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CB10B5-5997-8973-E16A-F6683990D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718F8-1694-D8A9-C117-DDA417C1F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F887DC-2D01-5CED-3497-7155663C09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7090A-CAD8-DBEF-0FC3-FCC7609A99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763CA-0E13-7BCF-FCB7-FAD632FDA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4F9ADC-1742-D52E-3E50-8D734C6F4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A39C51-5E13-9A8C-42BA-1EA1C44E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435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D494E-DB84-330E-9C9B-C8766DFF6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9A968-6E8D-83FF-1F95-8316E361B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E049E-5BE8-C3D5-3385-EBFD67F17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945FB-5E9C-6529-FACE-3A29739A7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47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08C1B-DD76-4B6D-1A2C-DDAC3ADF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1449AC-8C87-A5E5-6A16-F02001D82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7AD32-DEE5-64EE-363A-0375D766E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3292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25062-9A5A-6A79-14AD-C85D44F3A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6CEFC-087F-57F5-8CBF-786C45E8B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41043-10C6-FE8C-8621-76608491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26BE9-D38D-A98B-DCA2-EAD20411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C8D3D-DEBD-2974-6B43-275BC9327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21B09-2D80-82D4-09AC-CF36897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508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2AF98-05AE-5512-CB40-6787B446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07EB3-E1CB-253F-109D-128B7BC40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A78FA-1408-5934-F9FE-13CC18365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B9EA4-4E3A-18E0-484E-E185FA31F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88D8B-92BC-6CEF-CF94-8CD20B803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04B96-2F32-4955-60A4-1AE4E667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6871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3E059-54C7-78B4-330D-A28E6381C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BA2E9-44A0-3AF7-7D34-94FC5489B2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7E2F0-E674-AA39-AA2F-ABBFE40E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F5D70-0163-FA0C-E8FE-2E2707ACE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8479C-A6A9-E5E4-D960-0B8B1962A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3874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19054B-7DAB-1C18-B31D-1465626C55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E7BD7A-F0EA-8468-74EF-EDDB4206F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14254-EC46-B689-85FD-28F9C0A91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CD661-7AA5-42F8-6002-F502CEF16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A90D-790B-3E7C-CE20-4CF74CE8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45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1C5FD-8E39-EFA1-1EE9-3291F7A6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31B8D-ED02-78E1-13C4-1DF946E74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EB014-655E-2C88-CFAD-7FD82CF29C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40E62-5AE2-4643-9E6F-C6340EDEE002}" type="datetimeFigureOut">
              <a:rPr lang="en-AU" smtClean="0"/>
              <a:t>15/03/2026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698D6-D266-4D44-F059-17D465DBD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1EAA9-BE0C-E303-A3C2-95FC235A9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D0A1AD-2B61-4036-9649-C6A3F07082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3271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BEB4E3-D6F0-2D90-973B-AED7F6342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682" y="528232"/>
            <a:ext cx="7335274" cy="580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42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Stuart Hely</dc:creator>
  <cp:lastModifiedBy>Stuart Hely</cp:lastModifiedBy>
  <cp:revision>1</cp:revision>
  <dcterms:created xsi:type="dcterms:W3CDTF">2026-03-15T02:03:59Z</dcterms:created>
  <dcterms:modified xsi:type="dcterms:W3CDTF">2026-03-15T02:40:04Z</dcterms:modified>
</cp:coreProperties>
</file>